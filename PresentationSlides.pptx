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bold.fntdata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23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4971f652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4971f652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4971f652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4971f652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went with this over a "black box" model because it provides highly interpretable coefficients and outputs beautifully calibrated probabilities through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predict_proba()</a:t>
            </a:r>
            <a:r>
              <a:rPr lang="en">
                <a:solidFill>
                  <a:schemeClr val="dk1"/>
                </a:solidFill>
              </a:rPr>
              <a:t>. We need to know </a:t>
            </a:r>
            <a:r>
              <a:rPr i="1" lang="en">
                <a:solidFill>
                  <a:schemeClr val="dk1"/>
                </a:solidFill>
              </a:rPr>
              <a:t>why</a:t>
            </a:r>
            <a:r>
              <a:rPr lang="en">
                <a:solidFill>
                  <a:schemeClr val="dk1"/>
                </a:solidFill>
              </a:rPr>
              <a:t> the model is suggesting a decision, and Logistic Regression is perfect for that baseline transparency.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4971f652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4971f652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4971f6523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4971f6523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4971f652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4971f652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Football Analysis Tool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8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 Pentecost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CSI 4130 Final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NFL head coaches make game-altering 4th-down decisions based on momentum, "gut feeling," or traditional, conservative football wisdom. However, human intuition is often clouded by high-pressure situations and risk aversion. There is a gap between perceived risk and actual mathematical probability. Punting on 4th-and-short might feel safe, but it often drastically reduces a team's chances of winning.In a league where the margin of victory is razor-thin, suboptimal decisions cost games, playoff spots, and jobs. A data-driven approach removes the emotion, offering an objective baseline for whether a team should go for it, punt, or kick a field goal.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solution is an AI based decision support system that predicts two things: the probability a team </a:t>
            </a:r>
            <a:r>
              <a:rPr i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will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go for it on 4th down, and the overall win probability based on the current game state. Using the nflfastr dataset from multiple seasons, I engineered a binary target variable (1 for attempt conversion, 0 for kick/punt) and filtered the data specifically for 4th-down situations.Then I isolated the variables that actually dictate game flow: yards to go, field position (distance to the end zone), time remaining, score differential, and the current quarter. My prediction models utilize random forest and regression, and I went with this because it provides highly interpretable coefficients and outputs.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demo!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Broader impact &amp; Future work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15">
                <a:solidFill>
                  <a:schemeClr val="dk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" sz="5115">
                <a:solidFill>
                  <a:schemeClr val="dk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eyond coaching staffs, tools like this have massive implications for sports broadcasting and the sports betting market, where micro-probabilities are highly valuable.</a:t>
            </a:r>
            <a:endParaRPr sz="5115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5115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next step is moving beyond Regression and RandomForest. We could transition to deep learning and build out custom neural networks in PyTorch to capture non-linear relationships in the game data.</a:t>
            </a:r>
            <a:endParaRPr sz="5115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9807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i="1" lang="en" sz="5115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Reinforcement Learning:</a:t>
            </a:r>
            <a:r>
              <a:rPr lang="en" sz="5115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Since football is a sequence of decisions, formulating this as a Markov Decision Process and applying deep reinforcement learning or policy gradients could allow the model to actively suggest optimal play-calling strategies rather than just evaluating single states.</a:t>
            </a:r>
            <a:endParaRPr sz="5115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0980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i="1" lang="en" sz="5115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Future Expansion:</a:t>
            </a:r>
            <a:r>
              <a:rPr lang="en" sz="5115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Integrating player tracking data (Next Gen Stats) or team-specific ELO ratings to make the model team-aware.</a:t>
            </a:r>
            <a:endParaRPr sz="5115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